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6e5b6c357d4a2c" /><Relationship Type="http://schemas.openxmlformats.org/officeDocument/2006/relationships/extended-properties" Target="/docProps/app.xml" Id="R9b77e01631a64d09" /><Relationship Type="http://schemas.openxmlformats.org/officeDocument/2006/relationships/officeDocument" Target="/ppt/presentation.xml" Id="R40fddb52585942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5366d0b7c24419"/>
  </p:sldMasterIdLst>
  <p:notesMasterIdLst>
    <p:notesMasterId xmlns:r="http://schemas.openxmlformats.org/officeDocument/2006/relationships" r:id="R60d5a8f67e924960"/>
  </p:notesMasterIdLst>
  <p:sldIdLst>
    <p:sldId xmlns:r="http://schemas.openxmlformats.org/officeDocument/2006/relationships" id="256" r:id="Rc4bf57f3acbd4dcb"/>
    <p:sldId xmlns:r="http://schemas.openxmlformats.org/officeDocument/2006/relationships" id="257" r:id="Rb07a5327423b4c53"/>
    <p:sldId xmlns:r="http://schemas.openxmlformats.org/officeDocument/2006/relationships" id="258" r:id="Rb0556f7b3b0646ff"/>
    <p:sldId xmlns:r="http://schemas.openxmlformats.org/officeDocument/2006/relationships" id="259" r:id="Ra9678a47599b46b8"/>
    <p:sldId xmlns:r="http://schemas.openxmlformats.org/officeDocument/2006/relationships" id="260" r:id="Rd54af67da4dc47c2"/>
    <p:sldId xmlns:r="http://schemas.openxmlformats.org/officeDocument/2006/relationships" id="261" r:id="Rc1be6623756946e4"/>
    <p:sldId xmlns:r="http://schemas.openxmlformats.org/officeDocument/2006/relationships" id="262" r:id="Rb9d8360b355e4b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6126f91ec34ec9" /><Relationship Type="http://schemas.openxmlformats.org/officeDocument/2006/relationships/slideMaster" Target="/ppt/slideMasters/slideMaster1.xml" Id="R1c5366d0b7c24419" /><Relationship Type="http://schemas.openxmlformats.org/officeDocument/2006/relationships/notesMaster" Target="/ppt/notesMasters/notesMaster1.xml" Id="R60d5a8f67e924960" /><Relationship Type="http://schemas.openxmlformats.org/officeDocument/2006/relationships/presProps" Target="/ppt/presProps.xml" Id="R507dec2ce3c44daa" /><Relationship Type="http://schemas.openxmlformats.org/officeDocument/2006/relationships/tableStyles" Target="/ppt/tableStyles.xml" Id="Reb88862e45c94654" /><Relationship Type="http://schemas.openxmlformats.org/officeDocument/2006/relationships/slide" Target="/ppt/slides/slide1.xml" Id="Rc4bf57f3acbd4dcb" /><Relationship Type="http://schemas.openxmlformats.org/officeDocument/2006/relationships/slide" Target="/ppt/slides/slide2.xml" Id="Rb07a5327423b4c53" /><Relationship Type="http://schemas.openxmlformats.org/officeDocument/2006/relationships/slide" Target="/ppt/slides/slide3.xml" Id="Rb0556f7b3b0646ff" /><Relationship Type="http://schemas.openxmlformats.org/officeDocument/2006/relationships/slide" Target="/ppt/slides/slide4.xml" Id="Ra9678a47599b46b8" /><Relationship Type="http://schemas.openxmlformats.org/officeDocument/2006/relationships/slide" Target="/ppt/slides/slide5.xml" Id="Rd54af67da4dc47c2" /><Relationship Type="http://schemas.openxmlformats.org/officeDocument/2006/relationships/slide" Target="/ppt/slides/slide6.xml" Id="Rc1be6623756946e4" /><Relationship Type="http://schemas.openxmlformats.org/officeDocument/2006/relationships/slide" Target="/ppt/slides/slide7.xml" Id="Rb9d8360b355e4b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49d863345743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615286dbff4596" /><Relationship Type="http://schemas.openxmlformats.org/officeDocument/2006/relationships/notesMaster" Target="/ppt/notesMasters/notesMaster1.xml" Id="R9e922372a60347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031febf16a4735" /><Relationship Type="http://schemas.openxmlformats.org/officeDocument/2006/relationships/notesMaster" Target="/ppt/notesMasters/notesMaster1.xml" Id="Raf5ba22f40654f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5012aaa317451f" /><Relationship Type="http://schemas.openxmlformats.org/officeDocument/2006/relationships/notesMaster" Target="/ppt/notesMasters/notesMaster1.xml" Id="Ra06fd4a7cf2548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20a38646d94f65" /><Relationship Type="http://schemas.openxmlformats.org/officeDocument/2006/relationships/notesMaster" Target="/ppt/notesMasters/notesMaster1.xml" Id="R6500c2a353c54e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64d04a308467e" /><Relationship Type="http://schemas.openxmlformats.org/officeDocument/2006/relationships/notesMaster" Target="/ppt/notesMasters/notesMaster1.xml" Id="R3c9f43fc9bfa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5e55504f8245fe" /><Relationship Type="http://schemas.openxmlformats.org/officeDocument/2006/relationships/notesMaster" Target="/ppt/notesMasters/notesMaster1.xml" Id="R5f31b66c830247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fd26a9f29c40f5" /><Relationship Type="http://schemas.openxmlformats.org/officeDocument/2006/relationships/notesMaster" Target="/ppt/notesMasters/notesMaster1.xml" Id="R108ba96f2a914f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Mezora is a business treasury workspace. All demonstrated transactions use self-funded testnet assets. No adoption or revenue is claimed.</a:t>
            </a:r>
          </a:p>
          <a:p xmlns:a="http://schemas.openxmlformats.org/drawingml/2006/main">
            <a:r>
              <a:t>Sources: https://github.com/maixuancanh/mezora/tree/build/mezora-mvp/docs ; https://mezora.vercel.app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users are small teams and independent businesses holding MUSD and paying contractors or suppliers. This is the problem hypothesis, not measured demand.</a:t>
            </a:r>
          </a:p>
          <a:p xmlns:a="http://schemas.openxmlformats.org/drawingml/2006/main">
            <a:r>
              <a:t>Sources: https://github.com/maixuancanh/mezora/tree/build/mezora-mvp/docs ; https://mezora.vercel.app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remains the active owner-controlled workspace treasury. Exact bill ID, terms hash, recipient and amount bind reserve and pay. V1 receipt: https://explorer.test.mezo.org/tx/0x2926b0c09b1599c1ed5f5717abfde19054aff3a877a3ea058e598323dca48ba9</a:t>
            </a:r>
          </a:p>
          <a:p xmlns:a="http://schemas.openxmlformats.org/drawingml/2006/main">
            <a:r>
              <a:t>Sources: https://github.com/maixuancanh/mezora/tree/build/mezora-mvp/docs ; https://mezora.vercel.app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Workbench modules are documented in docs/WORKBENCH_RELEASE.md and docs/implementation-status.json. No unattended payment executor or LLM is claimed. Receivable acceptance: docs/testnet-receivable-evidence-2026-10-25.json.</a:t>
            </a:r>
          </a:p>
          <a:p xmlns:a="http://schemas.openxmlformats.org/drawingml/2006/main">
            <a:r>
              <a:t>Sources: https://github.com/maixuancanh/mezora/tree/build/mezora-mvp/docs ; https://mezora.vercel.app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signature recovery, calldata, nonce consumption and token Transfer log verified. Payment: https://explorer.test.mezo.org/tx/0xa31e7a7f0064f90e628e416c3b2d609c9a004ad642939413cd7fd697d8c49d57 . Reserve: https://explorer.test.mezo.org/tx/0x74ca831f19151a25dc32e354fc07b692b624e9ac10b8e5382c227bc4baad8db5 . Evidence: docs/testnet-v2-funded-payment-evidence-2026-10-25.json. Self-funded test, not revenue.</a:t>
            </a:r>
          </a:p>
          <a:p xmlns:a="http://schemas.openxmlformats.org/drawingml/2006/main">
            <a:r>
              <a:t>Sources: https://github.com/maixuancanh/mezora/tree/build/mezora-mvp/docs ; https://mezora.vercel.app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atomic repayment or tracing of particular fungible units is claimed. Withdrawal: https://explorer.test.mezo.org/tx/0x1c2044fd314e3355d946fe281de24e3fc24865a76a1338fc4e5eb1526c6e9038 . Repayment: https://explorer.test.mezo.org/tx/0x0fef1f0fd2b4121e31318a170ccf4024d0f4586dda243813d4fbd47c601e1f03 . docs/testnet-handoff-evidence-2026-10-25.json</a:t>
            </a:r>
          </a:p>
          <a:p xmlns:a="http://schemas.openxmlformats.org/drawingml/2006/main">
            <a:r>
              <a:t>Sources: https://github.com/maixuancanh/mezora/tree/build/mezora-mvp/docs ; https://mezora.vercel.app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is proposed, not a delivery guarantee. Contracts are unaudited. Main workspace V1 and separate V2 acceptance are distinct. GitHub branch build/mezora-mvp.</a:t>
            </a:r>
          </a:p>
          <a:p xmlns:a="http://schemas.openxmlformats.org/drawingml/2006/main">
            <a:r>
              <a:t>Sources: https://github.com/maixuancanh/mezora/tree/build/mezora-mvp/docs ; https://mezora.vercel.app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498fafebc4c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864ccbc5848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4b6a9494b41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04c1b0cc441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18bb4cf044d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bfd34a79f44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60D317-A86F-469B-87F4-02CD5921F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FDD39E-E043-413F-8FED-3B89097986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E20675-DF93-48E2-9764-247D6DDBDB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07EE90-4763-4E42-BA9A-107077989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8923B4-300D-4A2B-9019-55F8B9886E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C278FE-9417-44FF-9088-F3BF9DD322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A31797-8678-4F66-9E2A-978F6B360A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5F66E3-C415-41C0-9C34-50D81A84C9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3AE86D-8646-48C2-9E31-0BFC88212E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6A93B0-72AF-4A75-9914-9EB1B9B79C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fff60f6e724048" /><Relationship Type="http://schemas.openxmlformats.org/officeDocument/2006/relationships/slideLayout" Target="/ppt/slideLayouts/slideLayout1.xml" Id="R0ec1d5aadad5458f" /><Relationship Type="http://schemas.openxmlformats.org/officeDocument/2006/relationships/slideLayout" Target="/ppt/slideLayouts/slideLayout2.xml" Id="R713b204fd4fb44fb" /><Relationship Type="http://schemas.openxmlformats.org/officeDocument/2006/relationships/slideLayout" Target="/ppt/slideLayouts/slideLayout3.xml" Id="Rdfb6863744b84226" /><Relationship Type="http://schemas.openxmlformats.org/officeDocument/2006/relationships/slideLayout" Target="/ppt/slideLayouts/slideLayout4.xml" Id="R9f411976ffb94390" /><Relationship Type="http://schemas.openxmlformats.org/officeDocument/2006/relationships/slideLayout" Target="/ppt/slideLayouts/slideLayout5.xml" Id="R734a1c0a60e74c76" /><Relationship Type="http://schemas.openxmlformats.org/officeDocument/2006/relationships/slideLayout" Target="/ppt/slideLayouts/slideLayout6.xml" Id="R35304871568449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c1d5aadad5458f"/>
    <p:sldLayoutId xmlns:r="http://schemas.openxmlformats.org/officeDocument/2006/relationships" id="2147483650" r:id="R713b204fd4fb44fb"/>
    <p:sldLayoutId xmlns:r="http://schemas.openxmlformats.org/officeDocument/2006/relationships" id="2147483651" r:id="Rdfb6863744b84226"/>
    <p:sldLayoutId xmlns:r="http://schemas.openxmlformats.org/officeDocument/2006/relationships" id="2147483652" r:id="R9f411976ffb94390"/>
    <p:sldLayoutId xmlns:r="http://schemas.openxmlformats.org/officeDocument/2006/relationships" id="2147483653" r:id="R734a1c0a60e74c76"/>
    <p:sldLayoutId xmlns:r="http://schemas.openxmlformats.org/officeDocument/2006/relationships" id="2147483654" r:id="R35304871568449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cf25783a44b64" /><Relationship Type="http://schemas.openxmlformats.org/officeDocument/2006/relationships/notesSlide" Target="/ppt/notesSlides/notesSlide1.xml" Id="Rff5cdbae035f49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c052fbd2d4796" /><Relationship Type="http://schemas.openxmlformats.org/officeDocument/2006/relationships/notesSlide" Target="/ppt/notesSlides/notesSlide2.xml" Id="R201ff316abcf4e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3f0edaca64153" /><Relationship Type="http://schemas.openxmlformats.org/officeDocument/2006/relationships/notesSlide" Target="/ppt/notesSlides/notesSlide3.xml" Id="R554681a279d542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eda4400dc4037" /><Relationship Type="http://schemas.openxmlformats.org/officeDocument/2006/relationships/notesSlide" Target="/ppt/notesSlides/notesSlide4.xml" Id="Rb147604d0a7244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620528e6746f9" /><Relationship Type="http://schemas.openxmlformats.org/officeDocument/2006/relationships/notesSlide" Target="/ppt/notesSlides/notesSlide5.xml" Id="R7e45ab76507d47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f6643a02c4cea" /><Relationship Type="http://schemas.openxmlformats.org/officeDocument/2006/relationships/notesSlide" Target="/ppt/notesSlides/notesSlide6.xml" Id="R0850f1dbf74a47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3af1800af4cfc" /><Relationship Type="http://schemas.openxmlformats.org/officeDocument/2006/relationships/notesSlide" Target="/ppt/notesSlides/notesSlide7.xml" Id="R8f9b13f280594f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5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6ADC7-AC89-4E5E-B686-3CB7A8BA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mezora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1B5D3-581A-4130-A15E-CA46E5F1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 what your MUSD</a:t>
            </a:r>
          </a:p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 already committed 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8BE8B-89E3-4A4A-8371-65B28B73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AE6D0"/>
                </a:solidFill>
                <a:latin typeface="Arial"/>
                <a:ea typeface="Arial"/>
                <a:cs typeface="Arial"/>
              </a:rPr>
              <a:t>Bills. Cash commitments. Verified payments.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1F620-C909-477A-BA72-71E3A575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E6D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AE6D0"/>
                </a:solidFill>
                <a:latin typeface="Arial"/>
                <a:ea typeface="Arial"/>
                <a:cs typeface="Arial"/>
              </a:rPr>
              <a:t>Mezo Testnet prototype  /  Track 2: Access and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F7194-40DA-49C9-B6A9-EDB169E5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mezora.vercel.app</a:t>
            </a:r>
          </a:p>
        </p:txBody>
      </p:sp>
    </p:spTree>
    <p:extLst>
      <p:ext uri="{BB962C8B-B14F-4D97-AF65-F5344CB8AC3E}">
        <p14:creationId xmlns:p14="http://schemas.microsoft.com/office/powerpoint/2010/main" val="2012912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E0795-6EA4-466B-B740-769313D7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mezora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9178D-B655-4D9D-BAC8-D617B81C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2AF08-6461-4751-B8FE-7BA6F821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5CFA3-E177-40C5-97B5-6D518610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A wallet balance is only part of the picture.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F6463-E6B8-4483-9D39-196B6A7F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Small teams need to know what is spendable before the next bill arrives.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51C25-67FB-4B59-9D37-85396BDE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F7105-EB0C-4899-B57A-94553BBE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Bills compete for the same cash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DBF12-B8F8-44D2-A7C4-9E4CAADE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A balance does not separate tomorrow’s commitments from today’s free funds.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B1926-335E-4032-AA9F-609B7FF3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DC3DB-C8DD-4242-A084-95F490DF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30CCD-7CBE-4B21-ACFE-D6C25FAD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386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A wrong recipient is expensive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DFE9E-F6CD-4B41-8DB8-8ADBCD19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Duplicates and changed payment details need review before signing.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DBB58-ACD3-40AC-BCE1-817B990D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30843-7193-4420-A021-BBFC65DF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3DCCA-3F1C-488E-B6DC-65D5B3E4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A hash needs business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974B9-02CE-46A3-8B69-B6A5D7B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Payments and incoming transfers must connect to the right bill.</a:t>
            </a:r>
          </a:p>
        </p:txBody>
      </p:sp>
    </p:spTree>
    <p:extLst>
      <p:ext uri="{BB962C8B-B14F-4D97-AF65-F5344CB8AC3E}">
        <p14:creationId xmlns:p14="http://schemas.microsoft.com/office/powerpoint/2010/main" val="811203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3F020-2A6C-4B47-B9D2-B7996CD4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mezora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C6886-1A29-4A32-BCD6-CB2B1FCB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7F3BC-0D26-4D83-B211-5CA037F6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034C7-A4B9-4595-97B1-4B958BB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From a bill to cash you can account for.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EE332-4AD1-4CC6-BBF1-C3204C74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Each payment keeps its amount, recipient and committed terms connected.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0EDEB-3EDC-4618-AC99-C2A750A7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6ADB4-AE9F-47F0-85F3-29E239E4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0184D-5C27-4403-A21D-09C18B16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0C0C8-C8C5-4235-8434-515C464F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Check the bill and recipient.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AA9EB-D8AA-48C0-AC7B-CC9A4F7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7FCB5-7D94-45B7-B306-364AD10C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38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B1557-AC87-4A04-9616-CB214C6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862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Reserve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B28A7-D4F7-4F82-A85D-F2913426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577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Commit MUSD to the bill.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71BD7-A9FA-4D04-89E6-9C4E7F25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5CA99-507B-4789-BBD6-B1C8AF17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3F314-AA15-4F2B-81CB-046793C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46D87-435F-4FBF-B997-40932D7D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Review the exact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218C9-733D-4C21-B68C-44197391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4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FEAC22-BB1A-4D66-B55A-74A77059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B8C95-479A-4073-B369-86E573F0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862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D1BAC-25AC-4327-9397-7DB8CC86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577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Verify the chain receipt.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C17B8-813D-4662-8ECD-9DCD86AF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Reservations are owner-cancelable cash commitments, not vendor escrow.</a:t>
            </a:r>
          </a:p>
        </p:txBody>
      </p:sp>
    </p:spTree>
    <p:extLst>
      <p:ext uri="{BB962C8B-B14F-4D97-AF65-F5344CB8AC3E}">
        <p14:creationId xmlns:p14="http://schemas.microsoft.com/office/powerpoint/2010/main" val="1843021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325D7-B317-42AE-A4B7-ED227DBF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mezora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14AE3-D7E2-4692-B2C3-8C9F12A3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705CC-8FB4-447B-B08E-9BABAFD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BFD26-6043-41B2-830D-74B3297F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Plan the business around its payments.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99601-3636-4C1C-BD97-F8EEFBCC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Cash planning and review sit alongside the wallet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5EC4C-ABBE-4C87-A76A-AB04010B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331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See the next 30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D3526-579C-42B5-B5EF-49824696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3286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Bills, operating buffer and saved cash scenarios help expose shortfalls.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9FC38-E7EB-487F-9904-212438A4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76625"/>
            <a:ext cx="331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Check before money moves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07433-DDAD-4448-8BB6-EFCA80A4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3286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Duplicate invoice, recipient-change and budget checks support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01AB4-4FFA-4592-A851-AE5EF81A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76625"/>
            <a:ext cx="331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Keep the supporting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A7B86-0BBC-41AB-B9F0-DA0DFDA5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3286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Receivables, reviewed document drafts, CSV imports and statements.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24781-C7E8-4CD1-AED7-D79B332D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Recurring schedules create drafts. Recommendations are deterministic. Payments still require signatures.</a:t>
            </a:r>
          </a:p>
        </p:txBody>
      </p:sp>
    </p:spTree>
    <p:extLst>
      <p:ext uri="{BB962C8B-B14F-4D97-AF65-F5344CB8AC3E}">
        <p14:creationId xmlns:p14="http://schemas.microsoft.com/office/powerpoint/2010/main" val="1120897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5FFEF-DAC3-4ED6-B8BB-D382259E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mezora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87CF7-0B8D-4B8D-A727-9C132CE5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904CB-7DB8-47A0-8AB6-1910E822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4B06B-9358-4781-8F88-6B35A2BA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Two approvals. One verified MUSD payment.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F4372-7F73-48FC-AF4B-9A012CE4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A separate V2 contract enforces owner + reviewer signatures on chain.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C19A0-BF72-4AA8-BB2C-C1DECA9F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18B0F-1E8F-49F0-AEC4-27D56A8E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MUSD sent to the configured recipient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A7E1D-D71F-4B72-ADA6-7A8AADFB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Mezo Testnet · block 16355664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BD8D4-8043-4C43-9B12-EABFF193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Fund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A7C35-28A5-4C18-BDB2-F6C3C92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1 MUSD transferred into 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8753D-ECB3-41F6-8F58-63AAF0D6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306FA-B9DB-4DFF-A218-8D5C0F83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9575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Both signers approved the commitment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FBBA1-95AB-4736-B26C-C6BBF1FD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4FD6D-7A43-4477-830B-5EC196EB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86350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Both signers approved a separate payment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6DA35-4488-44E1-89EC-D31F67F3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Main workspace stays on V1. No migration occurred. V2 signers are immutable.</a:t>
            </a:r>
          </a:p>
        </p:txBody>
      </p:sp>
    </p:spTree>
    <p:extLst>
      <p:ext uri="{BB962C8B-B14F-4D97-AF65-F5344CB8AC3E}">
        <p14:creationId xmlns:p14="http://schemas.microsoft.com/office/powerpoint/2010/main" val="449849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FA2A8-CAB3-4F97-8D02-38235EC0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mezora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61CEB-146E-4F61-B427-3F4C68B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986AA-F38D-4390-B514-9F437720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C80BF-B219-4DF1-956D-D023811C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Connect cash decisions to debt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C5AAA-8169-4FC2-87FD-D1308ABA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Read a Mezo Trove and review repayment within protocol debt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31EE6-47CE-4AB0-AFC4-2021DBD9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4953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F1848-99E9-48F3-96D7-CC23E687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1 MUSD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3E805-D4D4-4BC3-A5BF-C163266B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withdrawn from treasury</a:t>
            </a:r>
          </a:p>
          <a:p xmlns:a="http://schemas.openxmlformats.org/drawingml/2006/main">
            <a: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to the owner wallet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56A81-1DA9-47D1-BD73-BDFB1F1A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91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B45B6-7976-49DC-9BF9-B06E16AF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4572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D4C6E-6976-4AD8-9955-A95281A7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19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0.5 MUSD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2D7D0-CAAE-4B4F-8286-F5CE1756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9105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repaid from the borrower wallet</a:t>
            </a:r>
          </a:p>
          <a:p xmlns:a="http://schemas.openxmlformats.org/drawingml/2006/main">
            <a:pPr>
              <a:defRPr sz="202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with a separate signature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51115-FB1F-4092-BE10-D0D530F8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Two transactions, two receipts. The unused 0.5 MUSD remains in the owner wallet.</a:t>
            </a:r>
          </a:p>
        </p:txBody>
      </p:sp>
    </p:spTree>
    <p:extLst>
      <p:ext uri="{BB962C8B-B14F-4D97-AF65-F5344CB8AC3E}">
        <p14:creationId xmlns:p14="http://schemas.microsoft.com/office/powerpoint/2010/main" val="8614586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4D635-1378-4FAF-AD83-1EFA8FC4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mezora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CEFAE-5145-4513-8688-9A80396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3A9FC-C6DE-43F8-ACEB-A914DCCB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0329D-08A9-4388-A6A5-214D60DA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F2A"/>
                </a:solidFill>
                <a:latin typeface="Arial"/>
                <a:ea typeface="Arial"/>
                <a:cs typeface="Arial"/>
              </a:rPr>
              <a:t>A working prototype with inspectable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40892-176B-4E45-8DBD-3BE6D0BE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Hosted app, public source and confirmed testnet payment and repayment 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3FDE-7D55-4E4E-B7F7-2ED95F3F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CFD37-5FA0-476B-9984-547F0442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718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Weeks 1–2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C5FE7-FAC4-46DC-A06A-CA958305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Observed user tests and approval 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A8ECD-2D47-4AB2-93D0-D523D516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Weeks 3–4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2EDEF-D347-451C-A541-A1749F87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General V2 bill integration and recovery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A1F71-8E1E-4B98-B27B-777EACD4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After security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D28ED-BB14-4116-91DC-B18B276B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F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2A"/>
                </a:solidFill>
                <a:latin typeface="Arial"/>
                <a:ea typeface="Arial"/>
                <a:cs typeface="Arial"/>
              </a:rPr>
              <a:t>Limited pilot and mainnet readiness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7CEA6-2EB5-4C11-9561-D85FD038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97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B48"/>
                </a:solidFill>
                <a:latin typeface="Arial"/>
                <a:ea typeface="Arial"/>
                <a:cs typeface="Arial"/>
              </a:rPr>
              <a:t>mezora.vercel.app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D3E1A-B4E6-4446-8057-A25255BC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5B4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5B48"/>
                </a:solidFill>
                <a:latin typeface="Arial"/>
                <a:ea typeface="Arial"/>
                <a:cs typeface="Arial"/>
              </a:rPr>
              <a:t>github.com/maixuancanh/mezora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6DCFB-5B38-4EB5-B18F-C538C60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66"/>
                </a:solidFill>
                <a:latin typeface="Arial"/>
                <a:ea typeface="Arial"/>
                <a:cs typeface="Arial"/>
              </a:rPr>
              <a:t>Unaudited. Testnet only. No mainnet date, users or revenue claimed.</a:t>
            </a:r>
          </a:p>
        </p:txBody>
      </p:sp>
    </p:spTree>
    <p:extLst>
      <p:ext uri="{BB962C8B-B14F-4D97-AF65-F5344CB8AC3E}">
        <p14:creationId xmlns:p14="http://schemas.microsoft.com/office/powerpoint/2010/main" val="572580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2026-10-25T07:32:35.5410000Z</dcterms:created>
  <dcterms:modified xsi:type="dcterms:W3CDTF">2026-10-25T07:32:35.5410000Z</dcterms:modified>
</coreProperties>
</file>